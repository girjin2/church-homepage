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7" autoAdjust="0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6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49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1">
            <a:extLst>
              <a:ext uri="{FF2B5EF4-FFF2-40B4-BE49-F238E27FC236}">
                <a16:creationId xmlns:a16="http://schemas.microsoft.com/office/drawing/2014/main" id="{5A854A46-0F84-B924-D7A0-8C8C9CCACD67}"/>
              </a:ext>
            </a:extLst>
          </p:cNvPr>
          <p:cNvSpPr/>
          <p:nvPr/>
        </p:nvSpPr>
        <p:spPr>
          <a:xfrm>
            <a:off x="164592" y="563880"/>
            <a:ext cx="3233928" cy="3484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9F3CFCE2-E4F3-9798-7EA8-45FE8EDC65AE}"/>
              </a:ext>
            </a:extLst>
          </p:cNvPr>
          <p:cNvSpPr/>
          <p:nvPr/>
        </p:nvSpPr>
        <p:spPr>
          <a:xfrm>
            <a:off x="3737357" y="554714"/>
            <a:ext cx="3233928" cy="2280196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3"/>
          <p:cNvSpPr/>
          <p:nvPr/>
        </p:nvSpPr>
        <p:spPr>
          <a:xfrm>
            <a:off x="3563112" y="0"/>
            <a:ext cx="0" cy="7562088"/>
          </a:xfrm>
          <a:prstGeom prst="line">
            <a:avLst/>
          </a:prstGeom>
          <a:noFill/>
          <a:ln w="889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26224" y="0"/>
            <a:ext cx="0" cy="7562088"/>
          </a:xfrm>
          <a:prstGeom prst="line">
            <a:avLst/>
          </a:prstGeom>
          <a:noFill/>
          <a:ln w="889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" y="164592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E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109728" y="201168"/>
            <a:ext cx="3343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서재교회 알림방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640080"/>
            <a:ext cx="3105912" cy="3220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altLang="ko-KR" sz="1100" dirty="0"/>
              <a:t>※ </a:t>
            </a:r>
            <a:r>
              <a:rPr lang="ko-KR" altLang="en-US" sz="1100" dirty="0"/>
              <a:t>처음으로 서재교회 오신 것을 예수 그리스도 이름으로 환영합니다</a:t>
            </a:r>
            <a:r>
              <a:rPr lang="en-US" altLang="ko-KR" sz="1100" dirty="0"/>
              <a:t>.</a:t>
            </a:r>
            <a:endParaRPr lang="ko-KR" altLang="en-US" sz="1100" dirty="0"/>
          </a:p>
          <a:p>
            <a:endParaRPr lang="ko-KR" altLang="en-US" sz="1100" dirty="0"/>
          </a:p>
          <a:p>
            <a:r>
              <a:rPr lang="en-US" altLang="ko-KR" sz="1100" dirty="0"/>
              <a:t>1. </a:t>
            </a:r>
            <a:r>
              <a:rPr lang="ko-KR" altLang="en-US" sz="1100" dirty="0"/>
              <a:t>이사야 </a:t>
            </a:r>
            <a:r>
              <a:rPr lang="en-US" altLang="ko-KR" sz="1100" dirty="0"/>
              <a:t>43:4 </a:t>
            </a:r>
            <a:r>
              <a:rPr lang="ko-KR" altLang="en-US" sz="1100" dirty="0"/>
              <a:t>말씀이 신앙생활에 적용되어 복을 받는 가정이 되기를 </a:t>
            </a:r>
            <a:r>
              <a:rPr lang="ko-KR" altLang="en-US" sz="1100" dirty="0" err="1"/>
              <a:t>기도드립니다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2. </a:t>
            </a:r>
            <a:r>
              <a:rPr lang="ko-KR" altLang="en-US" sz="1100" dirty="0"/>
              <a:t>준비된 자녀에게는 축복이 쏟아집니다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3. </a:t>
            </a:r>
            <a:r>
              <a:rPr lang="ko-KR" altLang="en-US" sz="1100" dirty="0"/>
              <a:t>교회와 목회자를 위하여 기도 부탁드립니다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4. </a:t>
            </a:r>
            <a:r>
              <a:rPr lang="ko-KR" altLang="en-US" sz="1100" dirty="0"/>
              <a:t>성도들의 건강을 위해 기도 부탁합니다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5. </a:t>
            </a:r>
            <a:r>
              <a:rPr lang="ko-KR" altLang="en-US" sz="1100" dirty="0"/>
              <a:t>전도를 위해 기도해 주세요</a:t>
            </a:r>
            <a:r>
              <a:rPr lang="en-US" altLang="ko-KR" sz="1100" dirty="0"/>
              <a:t>.</a:t>
            </a:r>
            <a:endParaRPr lang="ko-KR" altLang="en-US" sz="1100" dirty="0"/>
          </a:p>
          <a:p>
            <a:r>
              <a:rPr lang="en-US" altLang="ko-KR" sz="1100" dirty="0"/>
              <a:t>6. </a:t>
            </a:r>
            <a:r>
              <a:rPr lang="ko-KR" altLang="en-US" sz="1100" dirty="0"/>
              <a:t>오후예배 </a:t>
            </a:r>
            <a:r>
              <a:rPr lang="en-US" altLang="ko-KR" sz="1100" dirty="0"/>
              <a:t>14:30</a:t>
            </a:r>
            <a:r>
              <a:rPr lang="ko-KR" altLang="en-US" sz="1100" dirty="0"/>
              <a:t> 예배로 드립니다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   </a:t>
            </a:r>
            <a:r>
              <a:rPr lang="ko-KR" altLang="en-US" sz="1100" dirty="0"/>
              <a:t>오후예배 후 공동의회         </a:t>
            </a:r>
          </a:p>
          <a:p>
            <a:r>
              <a:rPr lang="ko-KR" altLang="en-US" sz="1100" dirty="0"/>
              <a:t>   의제</a:t>
            </a:r>
            <a:r>
              <a:rPr lang="en-US" altLang="ko-KR" sz="1100" dirty="0"/>
              <a:t>: </a:t>
            </a:r>
            <a:r>
              <a:rPr lang="ko-KR" altLang="en-US" sz="1100" dirty="0"/>
              <a:t>위임목사 </a:t>
            </a:r>
            <a:r>
              <a:rPr lang="ko-KR" altLang="en-US" sz="1100" dirty="0" err="1"/>
              <a:t>초빙건</a:t>
            </a:r>
            <a:endParaRPr lang="ko-KR" altLang="en-US" sz="1100" dirty="0"/>
          </a:p>
          <a:p>
            <a:r>
              <a:rPr lang="ko-KR" altLang="en-US" sz="1100" dirty="0"/>
              <a:t>   이준석 임시 </a:t>
            </a:r>
            <a:r>
              <a:rPr lang="ko-KR" altLang="en-US" sz="1100" dirty="0" err="1"/>
              <a:t>당회장</a:t>
            </a:r>
            <a:r>
              <a:rPr lang="ko-KR" altLang="en-US" sz="1100" dirty="0"/>
              <a:t> 진행 </a:t>
            </a:r>
          </a:p>
        </p:txBody>
      </p:sp>
      <p:sp>
        <p:nvSpPr>
          <p:cNvPr id="11" name="Shape 9"/>
          <p:cNvSpPr/>
          <p:nvPr/>
        </p:nvSpPr>
        <p:spPr>
          <a:xfrm>
            <a:off x="109728" y="4144264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74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9728" y="4170680"/>
            <a:ext cx="3343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성경공부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4592" y="4547615"/>
            <a:ext cx="3233928" cy="2744723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8600" y="4592319"/>
            <a:ext cx="3105912" cy="25780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ko-KR" altLang="ko-KR" sz="1100" b="1" dirty="0"/>
              <a:t>요한복음 7:21-24</a:t>
            </a:r>
            <a:endParaRPr lang="en-US" altLang="ko-KR" sz="1100" b="1" dirty="0"/>
          </a:p>
          <a:p>
            <a:endParaRPr lang="ko-KR" altLang="ko-KR" sz="1100" b="1" dirty="0"/>
          </a:p>
          <a:p>
            <a:r>
              <a:rPr lang="ko-KR" altLang="ko-KR" sz="1100" b="1" dirty="0"/>
              <a:t>바른 판단</a:t>
            </a:r>
          </a:p>
          <a:p>
            <a:r>
              <a:rPr lang="ko-KR" altLang="ko-KR" sz="1100" dirty="0"/>
              <a:t>유대인들은 예수님께서 병자를 고치신 은혜보다 안식일을 어겼다는 것만 보았습니다. 예수님은 겉으로 보이는 모습이나 자신의 기준이 아니라 하나님의 뜻을 따라 </a:t>
            </a:r>
            <a:r>
              <a:rPr lang="ko-KR" altLang="ko-KR" sz="1100" dirty="0" err="1"/>
              <a:t>공의롭게</a:t>
            </a:r>
            <a:r>
              <a:rPr lang="ko-KR" altLang="ko-KR" sz="1100" dirty="0"/>
              <a:t> 판단하라고 말씀하십니다.</a:t>
            </a:r>
          </a:p>
          <a:p>
            <a:pPr lvl="0"/>
            <a:r>
              <a:rPr lang="en-US" altLang="ko-KR" sz="1100" dirty="0"/>
              <a:t>1. </a:t>
            </a:r>
            <a:r>
              <a:rPr lang="ko-KR" altLang="ko-KR" sz="1100" dirty="0"/>
              <a:t>유대인들은 왜 예수님께서 병자를 고치신 일을 문제 삼았습니까?</a:t>
            </a:r>
          </a:p>
          <a:p>
            <a:pPr lvl="0"/>
            <a:r>
              <a:rPr lang="en-US" altLang="ko-KR" sz="1100" dirty="0"/>
              <a:t>2. </a:t>
            </a:r>
            <a:r>
              <a:rPr lang="ko-KR" altLang="ko-KR" sz="1100" dirty="0"/>
              <a:t>예수님은 그들의 판단에 어떤 모순이 있다고 말씀하십니까?</a:t>
            </a:r>
          </a:p>
          <a:p>
            <a:pPr lvl="0"/>
            <a:r>
              <a:rPr lang="en-US" altLang="ko-KR" sz="1100" dirty="0"/>
              <a:t>3. </a:t>
            </a:r>
            <a:r>
              <a:rPr lang="ko-KR" altLang="ko-KR" sz="1100" dirty="0"/>
              <a:t>나는 사람을 판단할 때 무엇을 기준으로 삼고 있습니까?</a:t>
            </a:r>
          </a:p>
        </p:txBody>
      </p:sp>
      <p:sp>
        <p:nvSpPr>
          <p:cNvPr id="23" name="Shape 21"/>
          <p:cNvSpPr/>
          <p:nvPr/>
        </p:nvSpPr>
        <p:spPr>
          <a:xfrm>
            <a:off x="3672840" y="164592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E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72840" y="201168"/>
            <a:ext cx="3343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교회</a:t>
            </a:r>
            <a:r>
              <a:rPr 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</a:t>
            </a:r>
            <a:r>
              <a:rPr lang="en-US" sz="13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55321" y="4941570"/>
            <a:ext cx="3087624" cy="2228849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864863" y="2926349"/>
            <a:ext cx="3039871" cy="19321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40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2100" dirty="0" err="1">
                <a:solidFill>
                  <a:srgbClr val="111111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기도부탁드립니다</a:t>
            </a:r>
            <a:endParaRPr lang="en-US" sz="2100" dirty="0">
              <a:solidFill>
                <a:srgbClr val="111111"/>
              </a:solidFill>
              <a:latin typeface="휴먼모음T" panose="02030504000101010101" pitchFamily="18" charset="-127"/>
              <a:ea typeface="휴먼모음T" panose="02030504000101010101" pitchFamily="18" charset="-127"/>
              <a:cs typeface="Malgun Gothic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dirty="0"/>
          </a:p>
          <a:p>
            <a:pPr fontAlgn="base">
              <a:lnSpc>
                <a:spcPct val="120000"/>
              </a:lnSpc>
            </a:pPr>
            <a:r>
              <a:rPr lang="en-US" altLang="ko-KR" dirty="0"/>
              <a:t>(</a:t>
            </a:r>
            <a:r>
              <a:rPr lang="ko-KR" altLang="ko-KR" dirty="0"/>
              <a:t>황성희</a:t>
            </a:r>
            <a:r>
              <a:rPr lang="en-US" altLang="ko-KR" dirty="0"/>
              <a:t>,</a:t>
            </a:r>
            <a:r>
              <a:rPr lang="ko-KR" altLang="ko-KR" dirty="0"/>
              <a:t>정연봉</a:t>
            </a:r>
            <a:r>
              <a:rPr lang="en-US" altLang="ko-KR" dirty="0"/>
              <a:t>)(</a:t>
            </a:r>
            <a:r>
              <a:rPr lang="ko-KR" altLang="ko-KR" dirty="0" err="1"/>
              <a:t>김응모</a:t>
            </a:r>
            <a:r>
              <a:rPr lang="en-US" altLang="ko-KR" dirty="0"/>
              <a:t>.</a:t>
            </a:r>
            <a:r>
              <a:rPr lang="ko-KR" altLang="ko-KR" dirty="0"/>
              <a:t>이은정</a:t>
            </a:r>
            <a:r>
              <a:rPr lang="en-US" altLang="ko-KR" dirty="0"/>
              <a:t>)(</a:t>
            </a:r>
            <a:r>
              <a:rPr lang="ko-KR" altLang="ko-KR" dirty="0"/>
              <a:t>김준원</a:t>
            </a:r>
            <a:r>
              <a:rPr lang="en-US" altLang="ko-KR" dirty="0"/>
              <a:t>.</a:t>
            </a:r>
            <a:r>
              <a:rPr lang="ko-KR" altLang="ko-KR" dirty="0" err="1"/>
              <a:t>오효순</a:t>
            </a:r>
            <a:r>
              <a:rPr lang="en-US" altLang="ko-KR" dirty="0"/>
              <a:t>)</a:t>
            </a:r>
            <a:endParaRPr lang="ko-KR" altLang="ko-KR" dirty="0"/>
          </a:p>
          <a:p>
            <a:pPr fontAlgn="base">
              <a:lnSpc>
                <a:spcPct val="120000"/>
              </a:lnSpc>
            </a:pPr>
            <a:r>
              <a:rPr lang="en-US" altLang="ko-KR" dirty="0"/>
              <a:t>(</a:t>
            </a:r>
            <a:r>
              <a:rPr lang="ko-KR" altLang="ko-KR" dirty="0"/>
              <a:t>정인철</a:t>
            </a:r>
            <a:r>
              <a:rPr lang="en-US" altLang="ko-KR" dirty="0"/>
              <a:t>.</a:t>
            </a:r>
            <a:r>
              <a:rPr lang="ko-KR" altLang="ko-KR" dirty="0"/>
              <a:t>추명숙</a:t>
            </a:r>
            <a:r>
              <a:rPr lang="en-US" altLang="ko-KR" dirty="0"/>
              <a:t>)(</a:t>
            </a:r>
            <a:r>
              <a:rPr lang="ko-KR" altLang="ko-KR" dirty="0" err="1"/>
              <a:t>이명덕</a:t>
            </a:r>
            <a:r>
              <a:rPr lang="en-US" altLang="ko-KR" dirty="0"/>
              <a:t>.</a:t>
            </a:r>
            <a:r>
              <a:rPr lang="ko-KR" altLang="ko-KR" dirty="0"/>
              <a:t>김정옥</a:t>
            </a:r>
            <a:r>
              <a:rPr lang="en-US" altLang="ko-KR" dirty="0"/>
              <a:t>)(</a:t>
            </a:r>
            <a:r>
              <a:rPr lang="ko-KR" altLang="ko-KR" dirty="0" err="1"/>
              <a:t>유영복</a:t>
            </a:r>
            <a:r>
              <a:rPr lang="en-US" altLang="ko-KR" dirty="0"/>
              <a:t>,</a:t>
            </a:r>
            <a:r>
              <a:rPr lang="ko-KR" altLang="ko-KR" dirty="0"/>
              <a:t>이순옥</a:t>
            </a:r>
            <a:r>
              <a:rPr lang="en-US" altLang="ko-KR" dirty="0"/>
              <a:t>)</a:t>
            </a:r>
            <a:endParaRPr lang="ko-KR" altLang="ko-KR" dirty="0"/>
          </a:p>
          <a:p>
            <a:pPr fontAlgn="base">
              <a:lnSpc>
                <a:spcPct val="120000"/>
              </a:lnSpc>
            </a:pPr>
            <a:r>
              <a:rPr lang="en-US" altLang="ko-KR" dirty="0"/>
              <a:t>(</a:t>
            </a:r>
            <a:r>
              <a:rPr lang="ko-KR" altLang="ko-KR" dirty="0" err="1"/>
              <a:t>문태옥</a:t>
            </a:r>
            <a:r>
              <a:rPr lang="en-US" altLang="ko-KR" dirty="0"/>
              <a:t>,</a:t>
            </a:r>
            <a:r>
              <a:rPr lang="ko-KR" altLang="ko-KR" dirty="0" err="1"/>
              <a:t>류상하</a:t>
            </a:r>
            <a:r>
              <a:rPr lang="en-US" altLang="ko-KR" dirty="0"/>
              <a:t>,</a:t>
            </a:r>
            <a:r>
              <a:rPr lang="ko-KR" altLang="ko-KR" dirty="0" err="1"/>
              <a:t>류영주</a:t>
            </a:r>
            <a:r>
              <a:rPr lang="en-US" altLang="ko-KR" dirty="0"/>
              <a:t>)(</a:t>
            </a:r>
            <a:r>
              <a:rPr lang="ko-KR" altLang="ko-KR" dirty="0"/>
              <a:t>이재현</a:t>
            </a:r>
            <a:r>
              <a:rPr lang="en-US" altLang="ko-KR" dirty="0"/>
              <a:t>,</a:t>
            </a:r>
            <a:r>
              <a:rPr lang="ko-KR" altLang="ko-KR" dirty="0" err="1"/>
              <a:t>이재범</a:t>
            </a:r>
            <a:r>
              <a:rPr lang="en-US" altLang="ko-KR" dirty="0"/>
              <a:t>).</a:t>
            </a:r>
            <a:r>
              <a:rPr lang="ko-KR" altLang="ko-KR" dirty="0" err="1"/>
              <a:t>심은미</a:t>
            </a:r>
            <a:r>
              <a:rPr lang="en-US" altLang="ko-KR" dirty="0"/>
              <a:t>.</a:t>
            </a:r>
            <a:endParaRPr lang="ko-KR" altLang="ko-KR" dirty="0"/>
          </a:p>
          <a:p>
            <a:pPr fontAlgn="base">
              <a:lnSpc>
                <a:spcPct val="120000"/>
              </a:lnSpc>
            </a:pPr>
            <a:r>
              <a:rPr lang="en-US" altLang="ko-KR" dirty="0"/>
              <a:t>(</a:t>
            </a:r>
            <a:r>
              <a:rPr lang="ko-KR" altLang="ko-KR" dirty="0"/>
              <a:t>한수영</a:t>
            </a:r>
            <a:r>
              <a:rPr lang="en-US" altLang="ko-KR" dirty="0"/>
              <a:t>.</a:t>
            </a:r>
            <a:r>
              <a:rPr lang="ko-KR" altLang="ko-KR" dirty="0"/>
              <a:t>김경현</a:t>
            </a:r>
            <a:r>
              <a:rPr lang="en-US" altLang="ko-KR" dirty="0"/>
              <a:t>)(</a:t>
            </a:r>
            <a:r>
              <a:rPr lang="ko-KR" altLang="ko-KR" dirty="0"/>
              <a:t>여순임</a:t>
            </a:r>
            <a:r>
              <a:rPr lang="en-US" altLang="ko-KR" dirty="0"/>
              <a:t>.</a:t>
            </a:r>
            <a:r>
              <a:rPr lang="ko-KR" altLang="ko-KR" dirty="0" err="1"/>
              <a:t>강덕문</a:t>
            </a:r>
            <a:r>
              <a:rPr lang="en-US" altLang="ko-KR" dirty="0"/>
              <a:t>).</a:t>
            </a:r>
            <a:r>
              <a:rPr lang="ko-KR" altLang="ko-KR" dirty="0"/>
              <a:t>한미경</a:t>
            </a:r>
            <a:r>
              <a:rPr lang="en-US" altLang="ko-KR" dirty="0"/>
              <a:t>.</a:t>
            </a:r>
            <a:r>
              <a:rPr lang="ko-KR" altLang="ko-KR" dirty="0"/>
              <a:t>김순자</a:t>
            </a:r>
            <a:r>
              <a:rPr lang="en-US" altLang="ko-KR" dirty="0"/>
              <a:t>. </a:t>
            </a:r>
            <a:endParaRPr lang="ko-KR" altLang="ko-KR" dirty="0"/>
          </a:p>
          <a:p>
            <a:pPr fontAlgn="base">
              <a:lnSpc>
                <a:spcPct val="120000"/>
              </a:lnSpc>
            </a:pPr>
            <a:r>
              <a:rPr lang="en-US" altLang="ko-KR" dirty="0"/>
              <a:t>(</a:t>
            </a:r>
            <a:r>
              <a:rPr lang="ko-KR" altLang="ko-KR" dirty="0" err="1"/>
              <a:t>박귀라</a:t>
            </a:r>
            <a:r>
              <a:rPr lang="en-US" altLang="ko-KR" dirty="0"/>
              <a:t>,</a:t>
            </a:r>
            <a:r>
              <a:rPr lang="ko-KR" altLang="ko-KR" dirty="0"/>
              <a:t>노성기</a:t>
            </a:r>
            <a:r>
              <a:rPr lang="en-US" altLang="ko-KR" dirty="0"/>
              <a:t>,</a:t>
            </a:r>
            <a:r>
              <a:rPr lang="ko-KR" altLang="ko-KR" dirty="0"/>
              <a:t>현태</a:t>
            </a:r>
            <a:r>
              <a:rPr lang="en-US" altLang="ko-KR" dirty="0"/>
              <a:t>,</a:t>
            </a:r>
            <a:r>
              <a:rPr lang="ko-KR" altLang="ko-KR" dirty="0"/>
              <a:t>현명</a:t>
            </a:r>
            <a:r>
              <a:rPr lang="en-US" altLang="ko-KR" dirty="0"/>
              <a:t>)(</a:t>
            </a:r>
            <a:r>
              <a:rPr lang="ko-KR" altLang="ko-KR" dirty="0"/>
              <a:t>김기동</a:t>
            </a:r>
            <a:r>
              <a:rPr lang="en-US" altLang="ko-KR" dirty="0"/>
              <a:t>,</a:t>
            </a:r>
            <a:r>
              <a:rPr lang="ko-KR" altLang="ko-KR" dirty="0"/>
              <a:t>심오순</a:t>
            </a:r>
            <a:r>
              <a:rPr lang="en-US" altLang="ko-KR" dirty="0"/>
              <a:t>).</a:t>
            </a:r>
            <a:endParaRPr lang="ko-KR" altLang="ko-KR" dirty="0"/>
          </a:p>
          <a:p>
            <a:pPr fontAlgn="base">
              <a:lnSpc>
                <a:spcPct val="120000"/>
              </a:lnSpc>
            </a:pPr>
            <a:r>
              <a:rPr lang="en-US" altLang="ko-KR" dirty="0"/>
              <a:t>(</a:t>
            </a:r>
            <a:r>
              <a:rPr lang="ko-KR" altLang="ko-KR" dirty="0"/>
              <a:t>전영희</a:t>
            </a:r>
            <a:r>
              <a:rPr lang="en-US" altLang="ko-KR" dirty="0"/>
              <a:t>.</a:t>
            </a:r>
            <a:r>
              <a:rPr lang="ko-KR" altLang="ko-KR" dirty="0"/>
              <a:t>한수</a:t>
            </a:r>
            <a:r>
              <a:rPr lang="en-US" altLang="ko-KR" dirty="0"/>
              <a:t>.</a:t>
            </a:r>
            <a:r>
              <a:rPr lang="ko-KR" altLang="ko-KR" dirty="0"/>
              <a:t>한준</a:t>
            </a:r>
            <a:r>
              <a:rPr lang="en-US" altLang="ko-KR" dirty="0"/>
              <a:t>) (</a:t>
            </a:r>
            <a:r>
              <a:rPr lang="ko-KR" altLang="ko-KR" dirty="0"/>
              <a:t>이미경</a:t>
            </a:r>
            <a:r>
              <a:rPr lang="en-US" altLang="ko-KR" dirty="0"/>
              <a:t>.</a:t>
            </a:r>
            <a:r>
              <a:rPr lang="ko-KR" altLang="ko-KR" dirty="0"/>
              <a:t>도정</a:t>
            </a:r>
            <a:r>
              <a:rPr lang="en-US" altLang="ko-KR" dirty="0"/>
              <a:t>.</a:t>
            </a:r>
            <a:r>
              <a:rPr lang="ko-KR" altLang="ko-KR" dirty="0"/>
              <a:t>도현</a:t>
            </a:r>
            <a:r>
              <a:rPr lang="en-US" altLang="ko-KR" dirty="0"/>
              <a:t>). </a:t>
            </a:r>
            <a:r>
              <a:rPr lang="ko-KR" altLang="ko-KR" dirty="0" err="1"/>
              <a:t>김규희</a:t>
            </a:r>
            <a:r>
              <a:rPr lang="en-US" altLang="ko-KR" dirty="0"/>
              <a:t>, </a:t>
            </a:r>
            <a:r>
              <a:rPr lang="ko-KR" altLang="ko-KR" dirty="0"/>
              <a:t>정지수</a:t>
            </a:r>
            <a:r>
              <a:rPr lang="en-US" altLang="ko-KR" dirty="0"/>
              <a:t>. </a:t>
            </a:r>
            <a:r>
              <a:rPr lang="ko-KR" altLang="ko-KR" dirty="0" err="1"/>
              <a:t>구혜주</a:t>
            </a:r>
            <a:r>
              <a:rPr lang="en-US" altLang="ko-KR" dirty="0"/>
              <a:t>. </a:t>
            </a:r>
            <a:r>
              <a:rPr lang="ko-KR" altLang="ko-KR" dirty="0"/>
              <a:t>김혜은</a:t>
            </a:r>
            <a:r>
              <a:rPr lang="en-US" altLang="ko-KR" dirty="0"/>
              <a:t>. </a:t>
            </a:r>
            <a:r>
              <a:rPr lang="ko-KR" altLang="ko-KR" dirty="0"/>
              <a:t>김현숙</a:t>
            </a:r>
            <a:r>
              <a:rPr lang="en-US" altLang="ko-KR" dirty="0"/>
              <a:t>.</a:t>
            </a:r>
            <a:r>
              <a:rPr lang="ko-KR" altLang="ko-KR" dirty="0"/>
              <a:t>김미애</a:t>
            </a:r>
            <a:r>
              <a:rPr lang="en-US" altLang="ko-KR" dirty="0"/>
              <a:t>. </a:t>
            </a:r>
            <a:r>
              <a:rPr lang="ko-KR" altLang="ko-KR" dirty="0"/>
              <a:t>양미경</a:t>
            </a:r>
            <a:r>
              <a:rPr lang="en-US" altLang="ko-KR" dirty="0"/>
              <a:t>. </a:t>
            </a:r>
            <a:r>
              <a:rPr lang="ko-KR" altLang="ko-KR" dirty="0" err="1"/>
              <a:t>임순양</a:t>
            </a:r>
            <a:r>
              <a:rPr lang="en-US" altLang="ko-KR" dirty="0"/>
              <a:t>. </a:t>
            </a:r>
            <a:r>
              <a:rPr lang="ko-KR" altLang="ko-KR" dirty="0" err="1"/>
              <a:t>김춘호</a:t>
            </a:r>
            <a:r>
              <a:rPr lang="en-US" altLang="ko-KR" dirty="0"/>
              <a:t>. </a:t>
            </a:r>
            <a:r>
              <a:rPr lang="ko-KR" altLang="ko-KR" dirty="0"/>
              <a:t>김승옥</a:t>
            </a:r>
            <a:r>
              <a:rPr lang="en-US" altLang="ko-KR" dirty="0"/>
              <a:t>. </a:t>
            </a:r>
            <a:r>
              <a:rPr lang="ko-KR" altLang="ko-KR" dirty="0" err="1"/>
              <a:t>최금자</a:t>
            </a:r>
            <a:r>
              <a:rPr lang="en-US" altLang="ko-KR" dirty="0"/>
              <a:t>. (</a:t>
            </a:r>
            <a:r>
              <a:rPr lang="ko-KR" altLang="ko-KR" dirty="0" err="1"/>
              <a:t>신재길</a:t>
            </a:r>
            <a:r>
              <a:rPr lang="en-US" altLang="ko-KR" dirty="0"/>
              <a:t>)</a:t>
            </a:r>
            <a:endParaRPr lang="ko-KR" altLang="ko-KR" dirty="0"/>
          </a:p>
        </p:txBody>
      </p:sp>
      <p:sp>
        <p:nvSpPr>
          <p:cNvPr id="31" name="Shape 29"/>
          <p:cNvSpPr/>
          <p:nvPr/>
        </p:nvSpPr>
        <p:spPr>
          <a:xfrm>
            <a:off x="3828279" y="5414772"/>
            <a:ext cx="3087624" cy="490601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pPr fontAlgn="base"/>
            <a:r>
              <a:rPr lang="ko-KR" altLang="en-US" sz="1200" b="1" dirty="0"/>
              <a:t>버스노선</a:t>
            </a:r>
            <a:r>
              <a:rPr lang="en-US" altLang="ko-KR" sz="1200" dirty="0"/>
              <a:t> : 405, 504, 509, 523, 725, </a:t>
            </a:r>
            <a:r>
              <a:rPr lang="ko-KR" altLang="en-US" sz="1200" dirty="0"/>
              <a:t>급행</a:t>
            </a:r>
            <a:r>
              <a:rPr lang="en-US" altLang="ko-KR" sz="1200" dirty="0"/>
              <a:t>7,</a:t>
            </a:r>
          </a:p>
          <a:p>
            <a:pPr fontAlgn="base"/>
            <a:r>
              <a:rPr lang="en-US" altLang="ko-KR" sz="1200" dirty="0"/>
              <a:t> </a:t>
            </a:r>
            <a:r>
              <a:rPr lang="ko-KR" altLang="en-US" sz="1200" dirty="0"/>
              <a:t>성서</a:t>
            </a:r>
            <a:r>
              <a:rPr lang="en-US" altLang="ko-KR" sz="1200" dirty="0"/>
              <a:t>3. </a:t>
            </a:r>
            <a:r>
              <a:rPr lang="ko-KR" altLang="en-US" sz="1200" dirty="0"/>
              <a:t>성서</a:t>
            </a:r>
            <a:r>
              <a:rPr lang="en-US" altLang="ko-KR" sz="1200" dirty="0"/>
              <a:t>1-1</a:t>
            </a:r>
          </a:p>
        </p:txBody>
      </p:sp>
      <p:sp>
        <p:nvSpPr>
          <p:cNvPr id="32" name="Text 30"/>
          <p:cNvSpPr/>
          <p:nvPr/>
        </p:nvSpPr>
        <p:spPr>
          <a:xfrm>
            <a:off x="3864864" y="5614416"/>
            <a:ext cx="295960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47712" y="210312"/>
            <a:ext cx="1188720" cy="30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400" b="1" dirty="0">
                <a:latin typeface="Malgun Gothic"/>
              </a:rPr>
              <a:t>2026. 8. </a:t>
            </a:r>
            <a:r>
              <a:rPr lang="en-US" sz="1400" b="1" dirty="0">
                <a:latin typeface="Malgun Gothic"/>
              </a:rPr>
              <a:t>30</a:t>
            </a:r>
            <a:r>
              <a:rPr sz="1400" b="1" dirty="0">
                <a:latin typeface="Malgun Gothic"/>
              </a:rPr>
              <a:t>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64904" y="210311"/>
            <a:ext cx="1143000" cy="319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sz="1400" b="1" dirty="0">
                <a:latin typeface="Malgun Gothic"/>
              </a:rPr>
              <a:t>제42권 3</a:t>
            </a:r>
            <a:r>
              <a:rPr lang="en-US" sz="1400" b="1" dirty="0">
                <a:latin typeface="Malgun Gothic"/>
              </a:rPr>
              <a:t>5</a:t>
            </a:r>
            <a:r>
              <a:rPr sz="1400" b="1" dirty="0">
                <a:latin typeface="Malgun Gothic"/>
              </a:rPr>
              <a:t>호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27392" y="585216"/>
            <a:ext cx="3160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 1985. 4. 22.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14182" y="1062736"/>
            <a:ext cx="15575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sz="2400" b="1" dirty="0">
                <a:latin typeface="Malgun Gothic"/>
              </a:rPr>
              <a:t>서 재 교 회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677912" y="789522"/>
            <a:ext cx="2502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대한예수교장로회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345680" y="4443983"/>
            <a:ext cx="3062224" cy="462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표어 : 하나님의 사랑과 </a:t>
            </a:r>
            <a:r>
              <a:rPr lang="en-US" sz="15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은혜로</a:t>
            </a: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5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생명을</a:t>
            </a: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살리는</a:t>
            </a: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서재교회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7464552" y="6803136"/>
            <a:ext cx="2886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예수님을 닮아 사랑으로 섬기는 교회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76121-288A-8280-609C-B3A6210884E4}"/>
              </a:ext>
            </a:extLst>
          </p:cNvPr>
          <p:cNvSpPr txBox="1"/>
          <p:nvPr/>
        </p:nvSpPr>
        <p:spPr>
          <a:xfrm>
            <a:off x="7493509" y="4987835"/>
            <a:ext cx="276758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5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담임목사</a:t>
            </a:r>
            <a:r>
              <a:rPr lang="en-US" altLang="ko-KR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altLang="ko-KR" sz="15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천성일</a:t>
            </a:r>
            <a:endParaRPr lang="en-US" altLang="ko-KR" sz="1500" dirty="0"/>
          </a:p>
          <a:p>
            <a:pPr marL="0" indent="0" algn="ctr">
              <a:buNone/>
            </a:pPr>
            <a:r>
              <a:rPr lang="en-US" altLang="ko-KR" sz="15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부목사</a:t>
            </a:r>
            <a:r>
              <a:rPr lang="en-US" altLang="ko-KR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천길진</a:t>
            </a:r>
            <a:endParaRPr lang="en-US" altLang="ko-KR" sz="1500" dirty="0"/>
          </a:p>
          <a:p>
            <a:pPr marL="0" indent="0" algn="ctr">
              <a:buNone/>
            </a:pPr>
            <a:r>
              <a:rPr lang="en-US" altLang="ko-KR" sz="15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장로</a:t>
            </a:r>
            <a:r>
              <a:rPr lang="en-US" altLang="ko-KR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altLang="ko-KR" sz="15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이병욱</a:t>
            </a:r>
            <a:endParaRPr lang="en-US" altLang="ko-KR" sz="1500" dirty="0"/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36D1072B-E7D4-28D0-C30B-F44081AD6BB6}"/>
              </a:ext>
            </a:extLst>
          </p:cNvPr>
          <p:cNvSpPr/>
          <p:nvPr/>
        </p:nvSpPr>
        <p:spPr>
          <a:xfrm>
            <a:off x="7592069" y="5853861"/>
            <a:ext cx="2588251" cy="10264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102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대구시</a:t>
            </a: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달성군 다사읍 서재로 104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서재초등학교 앞</a:t>
            </a:r>
            <a:endParaRPr lang="en-US" sz="1300" dirty="0"/>
          </a:p>
          <a:p>
            <a:pPr marL="0" indent="0" algn="ctr">
              <a:buNone/>
            </a:pPr>
            <a:endParaRPr lang="en-US" sz="102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053-585-3608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010-2254-3608</a:t>
            </a:r>
            <a:endParaRPr lang="en-US" sz="1100" dirty="0"/>
          </a:p>
        </p:txBody>
      </p:sp>
      <p:pic>
        <p:nvPicPr>
          <p:cNvPr id="49" name="그림 48" descr="대구">
            <a:extLst>
              <a:ext uri="{FF2B5EF4-FFF2-40B4-BE49-F238E27FC236}">
                <a16:creationId xmlns:a16="http://schemas.microsoft.com/office/drawing/2014/main" id="{CB48A8FC-694C-3E84-BF6B-9E4F05D23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77" y="5953759"/>
            <a:ext cx="3135367" cy="1277619"/>
          </a:xfrm>
          <a:prstGeom prst="rect">
            <a:avLst/>
          </a:prstGeom>
        </p:spPr>
      </p:pic>
      <p:sp>
        <p:nvSpPr>
          <p:cNvPr id="50" name="Shape 13">
            <a:extLst>
              <a:ext uri="{FF2B5EF4-FFF2-40B4-BE49-F238E27FC236}">
                <a16:creationId xmlns:a16="http://schemas.microsoft.com/office/drawing/2014/main" id="{DD1A4FAC-3471-D912-171F-1D2166D7B444}"/>
              </a:ext>
            </a:extLst>
          </p:cNvPr>
          <p:cNvSpPr/>
          <p:nvPr/>
        </p:nvSpPr>
        <p:spPr>
          <a:xfrm>
            <a:off x="3800856" y="5025484"/>
            <a:ext cx="3160775" cy="331883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74C85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오시는 길</a:t>
            </a:r>
            <a:endParaRPr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E3C81A9-F05A-4534-78BC-C73A08618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230561"/>
              </p:ext>
            </p:extLst>
          </p:nvPr>
        </p:nvGraphicFramePr>
        <p:xfrm>
          <a:off x="3799840" y="607623"/>
          <a:ext cx="3104894" cy="2178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447">
                  <a:extLst>
                    <a:ext uri="{9D8B030D-6E8A-4147-A177-3AD203B41FA5}">
                      <a16:colId xmlns:a16="http://schemas.microsoft.com/office/drawing/2014/main" val="478597472"/>
                    </a:ext>
                  </a:extLst>
                </a:gridCol>
                <a:gridCol w="1552447">
                  <a:extLst>
                    <a:ext uri="{9D8B030D-6E8A-4147-A177-3AD203B41FA5}">
                      <a16:colId xmlns:a16="http://schemas.microsoft.com/office/drawing/2014/main" val="3343475621"/>
                    </a:ext>
                  </a:extLst>
                </a:gridCol>
              </a:tblGrid>
              <a:tr h="272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모임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918266"/>
                  </a:ext>
                </a:extLst>
              </a:tr>
              <a:tr h="272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주일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부 예배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오전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11:00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866680"/>
                  </a:ext>
                </a:extLst>
              </a:tr>
              <a:tr h="272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주일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부 예배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오후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14:00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922241"/>
                  </a:ext>
                </a:extLst>
              </a:tr>
              <a:tr h="272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주일학교 예배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오전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09:30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539488"/>
                  </a:ext>
                </a:extLst>
              </a:tr>
              <a:tr h="272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중고등부 예배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오후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14:00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838382"/>
                  </a:ext>
                </a:extLst>
              </a:tr>
              <a:tr h="272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  요  예  배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오후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19:30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80037"/>
                  </a:ext>
                </a:extLst>
              </a:tr>
              <a:tr h="272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금  요  예  배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오후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19:30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287309"/>
                  </a:ext>
                </a:extLst>
              </a:tr>
              <a:tr h="272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새  벽  예  배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오전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05:30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832983"/>
                  </a:ext>
                </a:extLst>
              </a:tr>
            </a:tbl>
          </a:graphicData>
        </a:graphic>
      </p:graphicFrame>
      <p:pic>
        <p:nvPicPr>
          <p:cNvPr id="4" name="Picture 1">
            <a:extLst>
              <a:ext uri="{FF2B5EF4-FFF2-40B4-BE49-F238E27FC236}">
                <a16:creationId xmlns:a16="http://schemas.microsoft.com/office/drawing/2014/main" id="{D1C47DDE-6476-4F09-6ACC-E07E3DAB0B6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5000"/>
          </a:blip>
          <a:stretch>
            <a:fillRect/>
          </a:stretch>
        </p:blipFill>
        <p:spPr>
          <a:xfrm>
            <a:off x="7842504" y="771054"/>
            <a:ext cx="338614" cy="508381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26F2051-97C9-1867-E40E-7D4B0B619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594276"/>
              </p:ext>
            </p:extLst>
          </p:nvPr>
        </p:nvGraphicFramePr>
        <p:xfrm>
          <a:off x="226959" y="3428012"/>
          <a:ext cx="3105913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913">
                  <a:extLst>
                    <a:ext uri="{9D8B030D-6E8A-4147-A177-3AD203B41FA5}">
                      <a16:colId xmlns:a16="http://schemas.microsoft.com/office/drawing/2014/main" val="3601688226"/>
                    </a:ext>
                  </a:extLst>
                </a:gridCol>
              </a:tblGrid>
              <a:tr h="402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☛ 유튜브 실시간 예배를 방송합니다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유튜브 검색 또는 구글 검색에서 서재교회를 검색하시거나 밴드를 통해서 시청할 수 있습니다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995853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6DA0456B-26CB-2C7E-D259-4D930D0AF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392" y="1395930"/>
            <a:ext cx="3160776" cy="28730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11">
            <a:extLst>
              <a:ext uri="{FF2B5EF4-FFF2-40B4-BE49-F238E27FC236}">
                <a16:creationId xmlns:a16="http://schemas.microsoft.com/office/drawing/2014/main" id="{D7E25EA7-22C7-A858-2A29-78C0BACA568D}"/>
              </a:ext>
            </a:extLst>
          </p:cNvPr>
          <p:cNvSpPr/>
          <p:nvPr/>
        </p:nvSpPr>
        <p:spPr>
          <a:xfrm flipV="1">
            <a:off x="7287768" y="5326220"/>
            <a:ext cx="3233928" cy="16333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235952" y="4033582"/>
            <a:ext cx="3327400" cy="74466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82880" y="457200"/>
          <a:ext cx="2926080" cy="483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담당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묵상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찬송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신앙고백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십계명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찬송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성경봉독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찬양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말씀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헌금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t>광고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3563112" cy="75620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563112" y="0"/>
            <a:ext cx="0" cy="7562088"/>
          </a:xfrm>
          <a:prstGeom prst="line">
            <a:avLst/>
          </a:prstGeom>
          <a:noFill/>
          <a:ln w="889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26224" y="0"/>
            <a:ext cx="0" cy="7562088"/>
          </a:xfrm>
          <a:prstGeom prst="line">
            <a:avLst/>
          </a:prstGeom>
          <a:noFill/>
          <a:ln w="889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" y="164592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E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" y="201168"/>
            <a:ext cx="3343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일 오 전 예 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522732"/>
            <a:ext cx="3197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11:00                                    인도자 : 사회자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64592" y="713232"/>
            <a:ext cx="3233928" cy="372332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28600" y="914400"/>
            <a:ext cx="3105912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09728" y="4495800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74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" y="4522216"/>
            <a:ext cx="3343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설교노트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4592" y="4886960"/>
            <a:ext cx="3233928" cy="2511298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r>
              <a:rPr lang="ko-KR" altLang="en-US" sz="1200" dirty="0"/>
              <a:t>요 </a:t>
            </a:r>
            <a:r>
              <a:rPr lang="en-US" altLang="ko-KR" sz="1200" dirty="0"/>
              <a:t>1:10-11</a:t>
            </a:r>
          </a:p>
          <a:p>
            <a:r>
              <a:rPr lang="ko-KR" altLang="en-US" sz="1200" dirty="0"/>
              <a:t>마 </a:t>
            </a:r>
            <a:r>
              <a:rPr lang="en-US" altLang="ko-KR" sz="1200" dirty="0"/>
              <a:t>16:15-16</a:t>
            </a:r>
          </a:p>
          <a:p>
            <a:r>
              <a:rPr lang="ko-KR" altLang="en-US" sz="1200" dirty="0"/>
              <a:t>요 </a:t>
            </a:r>
            <a:r>
              <a:rPr lang="en-US" altLang="ko-KR" sz="1200" dirty="0"/>
              <a:t>3:16-17</a:t>
            </a:r>
          </a:p>
          <a:p>
            <a:r>
              <a:rPr lang="ko-KR" altLang="en-US" sz="1200" dirty="0"/>
              <a:t>갈 </a:t>
            </a:r>
            <a:r>
              <a:rPr lang="en-US" altLang="ko-KR" sz="1200" dirty="0"/>
              <a:t>4:4-5</a:t>
            </a:r>
          </a:p>
          <a:p>
            <a:r>
              <a:rPr lang="ko-KR" altLang="en-US" sz="1200" dirty="0"/>
              <a:t>전 </a:t>
            </a:r>
            <a:r>
              <a:rPr lang="en-US" altLang="ko-KR" sz="1200" dirty="0"/>
              <a:t>3:1</a:t>
            </a:r>
          </a:p>
          <a:p>
            <a:r>
              <a:rPr lang="ko-KR" altLang="en-US" sz="1200" dirty="0"/>
              <a:t>요 </a:t>
            </a:r>
            <a:r>
              <a:rPr lang="en-US" altLang="ko-KR" sz="1200" dirty="0"/>
              <a:t>12:23</a:t>
            </a:r>
          </a:p>
          <a:p>
            <a:r>
              <a:rPr lang="ko-KR" altLang="en-US" sz="1200" dirty="0"/>
              <a:t>행 </a:t>
            </a:r>
            <a:r>
              <a:rPr lang="en-US" altLang="ko-KR" sz="1200" dirty="0"/>
              <a:t>2:23-24</a:t>
            </a:r>
          </a:p>
          <a:p>
            <a:endParaRPr sz="1200" dirty="0"/>
          </a:p>
        </p:txBody>
      </p:sp>
      <p:sp>
        <p:nvSpPr>
          <p:cNvPr id="15" name="Text 13"/>
          <p:cNvSpPr/>
          <p:nvPr/>
        </p:nvSpPr>
        <p:spPr>
          <a:xfrm>
            <a:off x="110744" y="4850384"/>
            <a:ext cx="3352800" cy="26260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702227" y="176656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E3A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 17"/>
          <p:cNvSpPr/>
          <p:nvPr/>
        </p:nvSpPr>
        <p:spPr>
          <a:xfrm>
            <a:off x="7147563" y="342710"/>
            <a:ext cx="3343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십계명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5295" y="659003"/>
            <a:ext cx="3263385" cy="2923986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780848" y="720981"/>
            <a:ext cx="3214465" cy="27334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너는 나 외에는 다른 신들을 네게 두지 말라.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en-US" altLang="ko-KR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너를</a:t>
            </a:r>
            <a:r>
              <a:rPr lang="en-US" altLang="ko-KR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위하여</a:t>
            </a:r>
            <a:r>
              <a:rPr lang="en-US" altLang="ko-KR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새긴</a:t>
            </a:r>
            <a:r>
              <a:rPr lang="en-US" altLang="ko-KR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우상을</a:t>
            </a:r>
            <a:r>
              <a:rPr lang="en-US" altLang="ko-KR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만들지</a:t>
            </a:r>
            <a:r>
              <a:rPr lang="en-US" altLang="ko-KR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말고</a:t>
            </a:r>
            <a:r>
              <a:rPr lang="en-US" altLang="ko-KR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 위로 하늘에 있는 것이나 아래로 땅에 있는 것이나 땅 아래 물속에 있는 것의 어떤 형상도 만들지 말며 </a:t>
            </a:r>
            <a:r>
              <a:rPr lang="ko-KR" alt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그것들에게</a:t>
            </a:r>
            <a:r>
              <a:rPr lang="ko-KR" alt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절하지 말며 </a:t>
            </a:r>
            <a:r>
              <a:rPr lang="en-US" altLang="ko-KR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섬기지</a:t>
            </a:r>
            <a:r>
              <a:rPr lang="en-US" altLang="ko-KR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말라</a:t>
            </a:r>
            <a:r>
              <a:rPr lang="en-US" altLang="ko-KR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너는 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하나님 여호와의 이름을 망령되게 부르지 말라.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안식일을 기억하여 거룩하게 지키라.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네 부모를 공경하라.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살인하지 말라.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간음하지 말라.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도둑질하지 말라.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</a:t>
            </a:r>
            <a:r>
              <a:rPr lang="ko-KR" altLang="en-US" sz="120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이웃에 대하여 </a:t>
            </a:r>
            <a:r>
              <a:rPr lang="en-US" sz="120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증거하지 말라.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네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이웃의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집을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탐내지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말라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86360" y="3804731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74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 21"/>
          <p:cNvSpPr/>
          <p:nvPr/>
        </p:nvSpPr>
        <p:spPr>
          <a:xfrm>
            <a:off x="3669088" y="3849370"/>
            <a:ext cx="3343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사도신경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57323" y="4214877"/>
            <a:ext cx="3215641" cy="2746631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889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821488" y="4305873"/>
            <a:ext cx="3105912" cy="27466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전능하사 천지를 만드신 하나님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아버지를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믿사오며, 그 외아들 우리 주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그리스도를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믿사오니, 이는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성령으로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잉태하사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동정녀 마리아에게 나시고,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본디오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빌라도에게 고난을 받으사, 십자가에 못박혀 죽으시고 장사한 지 사흘 만에 죽은 자 가운데서 다시 살아나시며, 하늘에 오르사, 전능하신 하나님 우편에 앉아 계시다가,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거기로부터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산 자와 죽은 자를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심판하러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오시리라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200" dirty="0"/>
              <a:t>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성령을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믿사오며, 거룩한 공교회와, 성도가 서로 교통하는 것과, 죄를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사하여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주시는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것과, 몸이 다시 사는 것과, </a:t>
            </a: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영원히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사는</a:t>
            </a: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것을 믿사옵나이다. 아멘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26966" y="186403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E3A66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13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주일오후예배</a:t>
            </a:r>
            <a:endParaRPr lang="en-US" altLang="ko-KR" sz="1300" dirty="0"/>
          </a:p>
        </p:txBody>
      </p:sp>
      <p:sp>
        <p:nvSpPr>
          <p:cNvPr id="27" name="Text 25"/>
          <p:cNvSpPr/>
          <p:nvPr/>
        </p:nvSpPr>
        <p:spPr>
          <a:xfrm>
            <a:off x="7235952" y="2092708"/>
            <a:ext cx="3343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주일오후예배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54824" y="914400"/>
            <a:ext cx="31059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7219696" y="3195606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74C85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 예배</a:t>
            </a:r>
            <a:endParaRPr lang="en-US" altLang="ko-KR" sz="13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322C46E-DAB8-A213-5A75-853B9D9D4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977333"/>
              </p:ext>
            </p:extLst>
          </p:nvPr>
        </p:nvGraphicFramePr>
        <p:xfrm>
          <a:off x="182880" y="762414"/>
          <a:ext cx="319735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992">
                  <a:extLst>
                    <a:ext uri="{9D8B030D-6E8A-4147-A177-3AD203B41FA5}">
                      <a16:colId xmlns:a16="http://schemas.microsoft.com/office/drawing/2014/main" val="3549492400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453728067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val="3950652512"/>
                    </a:ext>
                  </a:extLst>
                </a:gridCol>
              </a:tblGrid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묵 상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sz="1100" dirty="0">
                        <a:effectLst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 </a:t>
                      </a:r>
                      <a:r>
                        <a:rPr lang="ko-KR" sz="1100" kern="0" spc="-30" dirty="0" err="1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같</a:t>
                      </a: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이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984117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찬 송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0" spc="-3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35장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 </a:t>
                      </a:r>
                      <a:r>
                        <a:rPr lang="ko-KR" sz="1100" kern="0" spc="-30" dirty="0" err="1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같</a:t>
                      </a: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이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950611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신앙고백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sz="1100" dirty="0">
                        <a:effectLst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 </a:t>
                      </a:r>
                      <a:r>
                        <a:rPr lang="ko-KR" sz="1100" kern="0" spc="-30" dirty="0" err="1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같</a:t>
                      </a: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이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247484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십 계 명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십계명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 같 이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920762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찬 송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kern="0" spc="-3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390장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 같 이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66241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기 도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sz="1100" dirty="0">
                        <a:effectLst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-30" dirty="0" err="1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김성배집사</a:t>
                      </a:r>
                      <a:endParaRPr lang="ko-KR" alt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52019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성경봉독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요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7:25-30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 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인 도 자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01535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찬 양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sz="1100" dirty="0">
                        <a:effectLst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찬 양 대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151413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축복의말씀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때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인 도 자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648426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헌 금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sz="1100" dirty="0">
                        <a:effectLst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-30" dirty="0" err="1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천애나집사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099632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찬 송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  <a:tabLst>
                          <a:tab pos="327660" algn="l"/>
                        </a:tabLst>
                      </a:pPr>
                      <a:r>
                        <a:rPr lang="en-US" sz="1100" kern="0" spc="-3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50</a:t>
                      </a:r>
                      <a:r>
                        <a:rPr lang="ko-KR" sz="1100" kern="0" spc="-3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장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 </a:t>
                      </a:r>
                      <a:r>
                        <a:rPr lang="ko-KR" sz="1100" kern="0" spc="-30" dirty="0" err="1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같</a:t>
                      </a: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이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809542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광 고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sz="1100" dirty="0">
                        <a:effectLst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인 도 자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314313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축 복</a:t>
                      </a:r>
                      <a:endParaRPr lang="ko-KR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ko-KR" sz="1100">
                        <a:effectLst/>
                      </a:endParaRPr>
                    </a:p>
                  </a:txBody>
                  <a:tcPr marL="17907" marR="17907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인 도 자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72278"/>
                  </a:ext>
                </a:extLst>
              </a:tr>
              <a:tr h="245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성도의교제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FF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♥</a:t>
                      </a:r>
                      <a:r>
                        <a:rPr lang="ko-KR" sz="1100" kern="0" spc="-3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사랑합니다</a:t>
                      </a:r>
                      <a:r>
                        <a:rPr lang="en-US" sz="1100" kern="0" spc="-3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.</a:t>
                      </a:r>
                      <a:r>
                        <a:rPr lang="ko-KR" sz="1100" kern="0" spc="-30" dirty="0">
                          <a:solidFill>
                            <a:srgbClr val="FF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♥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다 </a:t>
                      </a:r>
                      <a:r>
                        <a:rPr lang="ko-KR" sz="1100" kern="0" spc="-30" dirty="0" err="1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같</a:t>
                      </a:r>
                      <a:r>
                        <a:rPr lang="ko-KR" sz="1100" kern="0" spc="-30" dirty="0">
                          <a:solidFill>
                            <a:srgbClr val="191919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이</a:t>
                      </a:r>
                      <a:endParaRPr lang="ko-KR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3975"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077610"/>
                  </a:ext>
                </a:extLst>
              </a:tr>
            </a:tbl>
          </a:graphicData>
        </a:graphic>
      </p:graphicFrame>
      <p:sp>
        <p:nvSpPr>
          <p:cNvPr id="36" name="Shape 24">
            <a:extLst>
              <a:ext uri="{FF2B5EF4-FFF2-40B4-BE49-F238E27FC236}">
                <a16:creationId xmlns:a16="http://schemas.microsoft.com/office/drawing/2014/main" id="{8782146F-9FCF-2ADA-E717-C0D6E7F23E20}"/>
              </a:ext>
            </a:extLst>
          </p:cNvPr>
          <p:cNvSpPr/>
          <p:nvPr/>
        </p:nvSpPr>
        <p:spPr>
          <a:xfrm>
            <a:off x="7222900" y="1688498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E3A66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예배</a:t>
            </a:r>
            <a:endParaRPr lang="en-US" altLang="ko-KR" sz="1300" dirty="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80290F62-0A2A-C4F8-4AAC-7174992DD646}"/>
              </a:ext>
            </a:extLst>
          </p:cNvPr>
          <p:cNvSpPr/>
          <p:nvPr/>
        </p:nvSpPr>
        <p:spPr>
          <a:xfrm>
            <a:off x="7228685" y="2432718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E3A66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 예배</a:t>
            </a:r>
            <a:endParaRPr lang="en-US" altLang="ko-KR" sz="13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62FABEF3-2AC6-2BCC-4CFB-9BE91D0D0010}"/>
              </a:ext>
            </a:extLst>
          </p:cNvPr>
          <p:cNvSpPr/>
          <p:nvPr/>
        </p:nvSpPr>
        <p:spPr>
          <a:xfrm>
            <a:off x="3703320" y="220980"/>
            <a:ext cx="3343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십계명</a:t>
            </a:r>
            <a:endParaRPr lang="en-US" sz="13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B814F6D1-3D46-E9FE-AA88-2E19A5C0FB65}"/>
              </a:ext>
            </a:extLst>
          </p:cNvPr>
          <p:cNvSpPr/>
          <p:nvPr/>
        </p:nvSpPr>
        <p:spPr>
          <a:xfrm>
            <a:off x="7273700" y="644462"/>
            <a:ext cx="3197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r>
              <a:rPr lang="ko-KR" alt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r>
              <a:rPr 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14:00                          </a:t>
            </a:r>
            <a:r>
              <a:rPr lang="en-US" sz="1200" dirty="0" err="1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인도자</a:t>
            </a:r>
            <a:r>
              <a:rPr 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sz="1200" dirty="0" err="1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사회자</a:t>
            </a:r>
            <a:endParaRPr lang="en-US" sz="1200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D84A6DCD-6390-E300-2F37-CE5CBD382604}"/>
              </a:ext>
            </a:extLst>
          </p:cNvPr>
          <p:cNvSpPr/>
          <p:nvPr/>
        </p:nvSpPr>
        <p:spPr>
          <a:xfrm>
            <a:off x="7304027" y="2107184"/>
            <a:ext cx="3197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r>
              <a:rPr lang="ko-KR" alt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r>
              <a:rPr 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07:30                          인도자 : 사회자</a:t>
            </a:r>
            <a:endParaRPr lang="en-US" sz="12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509D5AF1-B97D-68C6-B242-9E745B5911CE}"/>
              </a:ext>
            </a:extLst>
          </p:cNvPr>
          <p:cNvSpPr/>
          <p:nvPr/>
        </p:nvSpPr>
        <p:spPr>
          <a:xfrm>
            <a:off x="7295391" y="2849322"/>
            <a:ext cx="3197352" cy="22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r>
              <a:rPr lang="ko-KR" alt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r>
              <a:rPr 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07:30                          인도자 : 사회자</a:t>
            </a:r>
            <a:endParaRPr lang="en-US" sz="120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1624CF47-29C6-0C3F-730D-B216CB8A5C70}"/>
              </a:ext>
            </a:extLst>
          </p:cNvPr>
          <p:cNvSpPr/>
          <p:nvPr/>
        </p:nvSpPr>
        <p:spPr>
          <a:xfrm>
            <a:off x="7302811" y="3559970"/>
            <a:ext cx="3197352" cy="2722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</a:t>
            </a:r>
            <a:r>
              <a:rPr lang="en-US" sz="1200" dirty="0">
                <a:solidFill>
                  <a:srgbClr val="626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05:30                          인도자 : 사회자</a:t>
            </a:r>
            <a:endParaRPr lang="en-US" sz="1200" dirty="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75389922-5C84-6C82-7C8E-7014063978D5}"/>
              </a:ext>
            </a:extLst>
          </p:cNvPr>
          <p:cNvSpPr/>
          <p:nvPr/>
        </p:nvSpPr>
        <p:spPr>
          <a:xfrm>
            <a:off x="7231380" y="4926932"/>
            <a:ext cx="3343656" cy="329184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174C85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13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예배 위원</a:t>
            </a:r>
            <a:endParaRPr lang="en-US" altLang="ko-KR" sz="1300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82BDD91E-E83B-3D4B-CC04-DC65EB259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69874"/>
              </p:ext>
            </p:extLst>
          </p:nvPr>
        </p:nvGraphicFramePr>
        <p:xfrm>
          <a:off x="7300467" y="5366861"/>
          <a:ext cx="3214117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53">
                  <a:extLst>
                    <a:ext uri="{9D8B030D-6E8A-4147-A177-3AD203B41FA5}">
                      <a16:colId xmlns:a16="http://schemas.microsoft.com/office/drawing/2014/main" val="119312977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69278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4212504602"/>
                    </a:ext>
                  </a:extLst>
                </a:gridCol>
              </a:tblGrid>
              <a:tr h="1761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8월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헌금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이병욱장로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오효순권사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664953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8월 9일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헌금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김인자권사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문태옥집사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24910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8월 16일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헌금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추명숙권사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황성희권사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55231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8월 23일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헌금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김정옥권사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김인자권사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217719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8월 30일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헌금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김성배집사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천애나집사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76278"/>
                  </a:ext>
                </a:extLst>
              </a:tr>
              <a:tr h="1761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안내위원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김성배집사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김경현집사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63149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71E8CBD-5228-768D-917F-0F9628327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595567"/>
              </p:ext>
            </p:extLst>
          </p:nvPr>
        </p:nvGraphicFramePr>
        <p:xfrm>
          <a:off x="7293863" y="905764"/>
          <a:ext cx="3176333" cy="634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3977">
                  <a:extLst>
                    <a:ext uri="{9D8B030D-6E8A-4147-A177-3AD203B41FA5}">
                      <a16:colId xmlns:a16="http://schemas.microsoft.com/office/drawing/2014/main" val="707702442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3906318392"/>
                    </a:ext>
                  </a:extLst>
                </a:gridCol>
                <a:gridCol w="716596">
                  <a:extLst>
                    <a:ext uri="{9D8B030D-6E8A-4147-A177-3AD203B41FA5}">
                      <a16:colId xmlns:a16="http://schemas.microsoft.com/office/drawing/2014/main" val="2205166091"/>
                    </a:ext>
                  </a:extLst>
                </a:gridCol>
              </a:tblGrid>
              <a:tr h="317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성경봉독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4:4-6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인도자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015146"/>
                  </a:ext>
                </a:extLst>
              </a:tr>
              <a:tr h="317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말씀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 안에서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인도자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5359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785</Words>
  <Application>Microsoft Office PowerPoint</Application>
  <PresentationFormat>사용자 지정</PresentationFormat>
  <Paragraphs>184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굴림</vt:lpstr>
      <vt:lpstr>Malgun Gothic</vt:lpstr>
      <vt:lpstr>함초롬바탕</vt:lpstr>
      <vt:lpstr>휴먼모음T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서재교회 3단 주보 v2</dc:title>
  <dc:subject>서재교회 3단 주보 편집용 템플릿</dc:subject>
  <dc:creator>OpenAI</dc:creator>
  <cp:lastModifiedBy>mpxs8</cp:lastModifiedBy>
  <cp:revision>31</cp:revision>
  <dcterms:created xsi:type="dcterms:W3CDTF">2026-07-13T10:27:15Z</dcterms:created>
  <dcterms:modified xsi:type="dcterms:W3CDTF">2026-08-28T11:55:42Z</dcterms:modified>
</cp:coreProperties>
</file>